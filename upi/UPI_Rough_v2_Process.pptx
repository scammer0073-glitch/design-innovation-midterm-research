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UPI: Design Innovation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NIFT Midterm 18 Sept | Group of 5</a:t>
            </a:r>
          </a:p>
          <a:p>
            <a:r>
              <a:t>Lens: Empathize &gt; Define &gt; Ideate &gt; Prototype &gt; Test &gt; Orchestrate &gt; Scale</a:t>
            </a:r>
          </a:p>
          <a:p>
            <a:r>
              <a:t>Hero: 24.51B Aug-2026 | 49% global | 741 banks | MDR 0.4% &gt;2000 Oct-15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EMPATHIZE: Field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Cash 86% Rs500/1000 queues | POS Rs8000+2% MDR kills kirana</a:t>
            </a:r>
          </a:p>
          <a:p>
            <a:r>
              <a:t>IFSC+MMID typing fails | 400M feature phones 13 langs</a:t>
            </a:r>
          </a:p>
          <a:p>
            <a:r>
              <a:t>Noisy stall no screen-check | Screenshot fraud fear | SIM change migrants</a:t>
            </a:r>
          </a:p>
          <a:p>
            <a:r>
              <a:t>Method: shadowing + journey map | Insight: 10-sec confirmed handover zero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DEFINE: HMW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HMW: any phone &gt; any merchant zero hardware instant trust?</a:t>
            </a:r>
          </a:p>
          <a:p>
            <a:r>
              <a:t>Constraints: RBI 2-factor | banks keep accounts | GSM/offline | interoperable</a:t>
            </a:r>
          </a:p>
          <a:p>
            <a:r>
              <a:t>Metrics: &lt;30s TAT &lt;Rs10 acceptance *99# voice name-check</a:t>
            </a:r>
          </a:p>
          <a:p>
            <a:r>
              <a:t>System brief: unbundle account (bank) from experience (PSP app)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IDEATE: 5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Protocol not product open VPA/QR/Intent</a:t>
            </a:r>
          </a:p>
          <a:p>
            <a:r>
              <a:t>2 Decoupling Mapper hides IFSC Intent any app</a:t>
            </a:r>
          </a:p>
          <a:p>
            <a:r>
              <a:t>3 Frugal Rs10 QR + Rs150 Soundbox</a:t>
            </a:r>
          </a:p>
          <a:p>
            <a:r>
              <a:t>4 Trust payee-name 2-factor SIM+PIN 90-sec retry ODR</a:t>
            </a:r>
          </a:p>
          <a:p>
            <a:r>
              <a:t>5 Inclusion *99# 123Pay Lite voice Circle 15k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PROTOTYPE: Rails +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Reuse IMPS+NFS+ISO + Mapper+Switch+HSM</a:t>
            </a:r>
          </a:p>
          <a:p>
            <a:r>
              <a:t>17 apps closed Oct15-Apr16 pilot 21 banks 11-Apr-16 public 25-Aug-16</a:t>
            </a:r>
          </a:p>
          <a:p>
            <a:r>
              <a:t>BHIM reference for laggards | BharatQR extensible UPI+Aadhaar+IFSC</a:t>
            </a:r>
          </a:p>
          <a:p>
            <a:r>
              <a:t>Extremes: feature phone basement bazaar Soundbox TTS 11 langs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TEST: Stress &gt; Iterate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Demonetization +600% Dec-16 flood &gt; Aug-25 caps 50/day non-peak</a:t>
            </a:r>
          </a:p>
          <a:p>
            <a:r>
              <a:t>UPI 2.0 OD mandate invoice signed QR anti-tamper</a:t>
            </a:r>
          </a:p>
          <a:p>
            <a:r>
              <a:t>Pending 3x refund 1hr UPIHelp deemed 15-Feb-25</a:t>
            </a:r>
          </a:p>
          <a:p>
            <a:r>
              <a:t>1.78Cr FY17 &gt; 24162Cr FY26 12B Jan24 &gt;24.51B Aug26 86% &lt;500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ORCHESTRATE: Ecosystem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RBI regulator NPCI switch Issuer debit Acquirer credit PSP pipes TPAP UX</a:t>
            </a:r>
          </a:p>
          <a:p>
            <a:r>
              <a:t>Zero-MDR 2020 + subsidy 1389Cr&gt;3631Cr&gt;1500Cr Rs0.06/txn</a:t>
            </a:r>
          </a:p>
          <a:p>
            <a:r>
              <a:t>15-Sep-26 OC237 0.4% &gt;2000 eff Oct15 free customer Govt zero &lt;2000</a:t>
            </a:r>
          </a:p>
          <a:p>
            <a:r>
              <a:t>Cap 30% Dec-26 steering 22 DPIP Sep-26 8 banks blueprint front/back/support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SCALE: Same QR New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Lite 5k/1k LiteX NFC offline Autopay 15k/1L Circle</a:t>
            </a:r>
          </a:p>
          <a:p>
            <a:r>
              <a:t>RuPay CC + line any app ATM ICCW no skimming CBDC one QR</a:t>
            </a:r>
          </a:p>
          <a:p>
            <a:r>
              <a:t>Global 11 PayNow TIPS Nexus export stacks</a:t>
            </a:r>
          </a:p>
          <a:p>
            <a:r>
              <a:t>HelloUPI voice IoT Tap wearables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LEARNING: Designer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protocol trust inclusion incentives not UI</a:t>
            </a:r>
          </a:p>
          <a:p>
            <a:r>
              <a:t>Decoupling + frugal + audible + vernacular + delegation</a:t>
            </a:r>
          </a:p>
          <a:p>
            <a:r>
              <a:t>Trust is product switch is interface</a:t>
            </a:r>
          </a:p>
          <a:p>
            <a:r>
              <a:t>Next: dashboard plain cards one Soundbox wait-tracker starter packs QR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